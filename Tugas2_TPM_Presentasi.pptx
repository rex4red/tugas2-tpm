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8909C"/>
                </a:solidFill>
                <a:latin typeface="Calibri"/>
              </a:defRPr>
            </a:pPr>
            <a:r>
              <a:t>TUGAS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Teknologi Pemrograman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9688"/>
                </a:solidFill>
                <a:latin typeface="Calibri"/>
              </a:defRPr>
            </a:pPr>
            <a:r>
              <a:t>Aplikasi Mobile dengan Flutter &amp; Supabase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Calibri"/>
              </a:defRPr>
            </a:pPr>
            <a:r>
              <a:t>123230161  -  Mohammad Thalib Agus Saputra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Calibri"/>
              </a:defRPr>
            </a:pPr>
            <a:r>
              <a:t>123230167  -  Nouval Ditya Maheswara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Calibri"/>
              </a:defRPr>
            </a:pPr>
            <a:r>
              <a:t>123230194  -  Benedictus Aryantio Widarjatmo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Calibri"/>
              </a:defRPr>
            </a:pPr>
            <a:r>
              <a:t>123230198  -  Galih Rasyid Maulana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TEKNOLOGI YANG DIGUNAKAN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2926080" cy="164592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560320"/>
            <a:ext cx="292608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346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Flutter &amp; Dart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3832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909C"/>
                </a:solidFill>
                <a:latin typeface="Calibri"/>
              </a:defRPr>
            </a:pPr>
            <a:r>
              <a:t>Framework mobile cross-platform dari Google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560320"/>
            <a:ext cx="2926080" cy="164592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2560320"/>
            <a:ext cx="2926080" cy="73152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28346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Supabase (PostgreSQL)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33832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909C"/>
                </a:solidFill>
                <a:latin typeface="Calibri"/>
              </a:defRPr>
            </a:pPr>
            <a:r>
              <a:t>Database cloud untuk data kelompok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560320"/>
            <a:ext cx="2926080" cy="164592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79" y="2560320"/>
            <a:ext cx="2926080" cy="7315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SharedPreferences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832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909C"/>
                </a:solidFill>
                <a:latin typeface="Calibri"/>
              </a:defRPr>
            </a:pPr>
            <a:r>
              <a:t>Session login secara lokal di device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572000"/>
            <a:ext cx="2926080" cy="164592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4572000"/>
            <a:ext cx="2926080" cy="73152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846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Material Design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909C"/>
                </a:solidFill>
                <a:latin typeface="Calibri"/>
              </a:defRPr>
            </a:pPr>
            <a:r>
              <a:t>Tema UI modern dan minimalis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572000"/>
            <a:ext cx="2926080" cy="164592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3440" y="4572000"/>
            <a:ext cx="2926080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4846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909C"/>
                </a:solidFill>
                <a:latin typeface="Calibri"/>
              </a:defRPr>
            </a:pPr>
            <a:r>
              <a:t>Kolaborasi &amp; version control antar anggota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PEMBAGIAN TUGAS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Jobdesk Anggota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2377440" cy="347472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237744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92608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063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Thalib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123230161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8463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8909C"/>
                </a:solidFill>
                <a:latin typeface="Calibri"/>
              </a:defRPr>
            </a:pPr>
            <a:r>
              <a:t>Login, Stopwatch,</a:t>
            </a:r>
            <a:br/>
            <a:r>
              <a:t>Luas &amp; Volume Piramid,</a:t>
            </a:r>
            <a:br/>
            <a:r>
              <a:t>Home, Profile,</a:t>
            </a:r>
            <a:br/>
            <a:r>
              <a:t>Data Kelompok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560320"/>
            <a:ext cx="2377440" cy="347472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9039" y="2560320"/>
            <a:ext cx="2377440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59" y="292608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3063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Galih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123230198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8463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8909C"/>
                </a:solidFill>
                <a:latin typeface="Calibri"/>
              </a:defRPr>
            </a:pPr>
            <a:r>
              <a:t>Penjumlahan &amp;</a:t>
            </a:r>
            <a:br/>
            <a:r>
              <a:t>Pengurangan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560320"/>
            <a:ext cx="2377440" cy="347472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560320"/>
            <a:ext cx="2377440" cy="73152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0" y="2926080"/>
            <a:ext cx="914400" cy="91440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063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Nopal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123230167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463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8909C"/>
                </a:solidFill>
                <a:latin typeface="Calibri"/>
              </a:defRPr>
            </a:pPr>
            <a:r>
              <a:t>Ganjil/Genap &amp;</a:t>
            </a:r>
            <a:br/>
            <a:r>
              <a:t>Bilangan Prima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59" y="2560320"/>
            <a:ext cx="2377440" cy="347472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52559" y="2560320"/>
            <a:ext cx="2377440" cy="73152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84080" y="2926080"/>
            <a:ext cx="914400" cy="91440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3063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Tiok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39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123230194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39" y="48463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8909C"/>
                </a:solidFill>
                <a:latin typeface="Calibri"/>
              </a:defRPr>
            </a:pPr>
            <a:r>
              <a:t>Jumlah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HALAMAN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Daftar Halaman (10 Pages)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828800" cy="5486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Masukkan NIM</a:t>
            </a:r>
            <a:br/>
            <a:r>
              <a:t>untuk masuk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37744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2377440"/>
            <a:ext cx="1828800" cy="54864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2697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4 menu utama</a:t>
            </a:r>
            <a:br/>
            <a:r>
              <a:t>+ navigasi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37744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377440"/>
            <a:ext cx="1828800" cy="54864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697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Info user</a:t>
            </a:r>
            <a:br/>
            <a:r>
              <a:t>+ Logout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59" y="237744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23759" y="2377440"/>
            <a:ext cx="1828800" cy="54864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2697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Stopwatch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Start, Stop,</a:t>
            </a:r>
            <a:br/>
            <a:r>
              <a:t>Reset, Lap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37744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0" y="2377440"/>
            <a:ext cx="1828800" cy="54864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697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Luas Piramid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L = a² + 2at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5720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4572000"/>
            <a:ext cx="1828800" cy="54864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892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Volume Piramid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394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V = 1/3 a² 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45720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17520" y="4572000"/>
            <a:ext cx="1828800" cy="54864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79" y="4892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Penjumlahan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79" y="5394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Operasi + dan -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45720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20640" y="4572000"/>
            <a:ext cx="1828800" cy="54864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4892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Ganjil/Prima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5394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Cek bilangan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59" y="45720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23759" y="4572000"/>
            <a:ext cx="1828800" cy="54864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19" y="4892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Jumlah Total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19" y="5394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Total angka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0" y="45720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26880" y="4572000"/>
            <a:ext cx="1828800" cy="54864"/>
          </a:xfrm>
          <a:prstGeom prst="round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64040" y="4892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Kelompok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5394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09C"/>
                </a:solidFill>
                <a:latin typeface="Calibri"/>
              </a:defRPr>
            </a:pPr>
            <a:r>
              <a:t>List dari</a:t>
            </a:r>
            <a:br/>
            <a:r>
              <a:t>Supabase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ALUR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User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Masukkan NIM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909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74320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Pilih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909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74320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Fitur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Gunakan Fitur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909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74320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Lihat Info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909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74320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Logout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Keluar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Fitur Utama: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8909C"/>
                </a:solidFill>
                <a:latin typeface="Calibri"/>
              </a:defRPr>
            </a:pPr>
            <a:r>
              <a:t>•  Login tanpa password - cukup NIM yang terdaftar di database Supabase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532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8909C"/>
                </a:solidFill>
                <a:latin typeface="Calibri"/>
              </a:defRPr>
            </a:pPr>
            <a:r>
              <a:t>•  Session persistent - user tetap login walau app ditutup (SharedPreferences)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852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8909C"/>
                </a:solidFill>
                <a:latin typeface="Calibri"/>
              </a:defRPr>
            </a:pPr>
            <a:r>
              <a:t>•  Data real-time - data kelompok diambil langsung dari cloud Supabase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61721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8909C"/>
                </a:solidFill>
                <a:latin typeface="Calibri"/>
              </a:defRPr>
            </a:pPr>
            <a:r>
              <a:t>•  Kolaborasi GitHub - dikerjakan marathon 4 orang via version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ARSITEKTUR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Struktur Folder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4572000" cy="411480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46888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ED4DA"/>
                </a:solidFill>
                <a:latin typeface="Consolas"/>
              </a:defRPr>
            </a:pPr>
            <a:r>
              <a:t>lib/</a:t>
            </a:r>
            <a:br/>
            <a:r>
              <a:t>  main.dart</a:t>
            </a:r>
            <a:br/>
            <a:r>
              <a:t>  config/</a:t>
            </a:r>
            <a:br/>
            <a:r>
              <a:t>    supabase_config.dart</a:t>
            </a:r>
            <a:br/>
            <a:r>
              <a:t>  models/</a:t>
            </a:r>
            <a:br/>
            <a:r>
              <a:t>    kelompok_model.dart</a:t>
            </a:r>
            <a:br/>
            <a:r>
              <a:t>  services/</a:t>
            </a:r>
            <a:br/>
            <a:r>
              <a:t>    auth_service.dart</a:t>
            </a:r>
            <a:br/>
            <a:r>
              <a:t>  pages/</a:t>
            </a:r>
            <a:br/>
            <a:r>
              <a:t>    login_page.dart</a:t>
            </a:r>
            <a:br/>
            <a:r>
              <a:t>    home_page.dart</a:t>
            </a:r>
            <a:br/>
            <a:r>
              <a:t>    profile_page.dart</a:t>
            </a:r>
            <a:br/>
            <a:r>
              <a:t>    stopwatch_page.dart</a:t>
            </a:r>
            <a:br/>
            <a:r>
              <a:t>    piramid_page.dart</a:t>
            </a:r>
            <a:br/>
            <a:r>
              <a:t>    aritmatik_page.dart</a:t>
            </a:r>
            <a:br/>
            <a:r>
              <a:t>    penjumlahan_pengurangan_page.dart</a:t>
            </a:r>
            <a:br/>
            <a:r>
              <a:t>    ganjil_genap_prima_page.dart</a:t>
            </a:r>
            <a:br/>
            <a:r>
              <a:t>    jumlah_total_page.dart</a:t>
            </a:r>
            <a:br/>
            <a:r>
              <a:t>    data_kelompok_page.dart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377440"/>
            <a:ext cx="4114800" cy="86868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2377440"/>
            <a:ext cx="73152" cy="8686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config/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788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909C"/>
                </a:solidFill>
                <a:latin typeface="Calibri"/>
              </a:defRPr>
            </a:pPr>
            <a:r>
              <a:t>Konfigurasi koneksi ke Supabase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429000"/>
            <a:ext cx="4114800" cy="86868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3429000"/>
            <a:ext cx="73152" cy="8686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models/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909C"/>
                </a:solidFill>
                <a:latin typeface="Calibri"/>
              </a:defRPr>
            </a:pPr>
            <a:r>
              <a:t>Model data konversi JSON ke Object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480560"/>
            <a:ext cx="4114800" cy="86868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4480560"/>
            <a:ext cx="73152" cy="8686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services/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892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909C"/>
                </a:solidFill>
                <a:latin typeface="Calibri"/>
              </a:defRPr>
            </a:pPr>
            <a:r>
              <a:t>Logika bisnis: login, logout,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532120"/>
            <a:ext cx="4114800" cy="868680"/>
          </a:xfrm>
          <a:prstGeom prst="roundRect">
            <a:avLst>
              <a:gd name="adj" fmla="val 5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0" y="5532120"/>
            <a:ext cx="73152" cy="8686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56235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pages/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943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909C"/>
                </a:solidFill>
                <a:latin typeface="Calibri"/>
              </a:defRPr>
            </a:pPr>
            <a:r>
              <a:t>10 halaman UI aplikasi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8909C"/>
                </a:solidFill>
                <a:latin typeface="Calibri"/>
              </a:defRPr>
            </a:pPr>
            <a:r>
              <a:t>Tugas 2 - Teknologi Pemrograman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114800"/>
            <a:ext cx="2103120" cy="3657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688"/>
                </a:solidFill>
                <a:latin typeface="Calibri"/>
              </a:defRPr>
            </a:pPr>
            <a:r>
              <a:t>Flutter  |  Supabase  | 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